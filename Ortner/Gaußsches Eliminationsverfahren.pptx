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92609C1-D979-4F90-AF18-3F624BA2DF5C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3642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848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809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3234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0024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2396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4722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122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550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9347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7455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64168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7426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06011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2099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206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7C5D7-73EE-4686-B9B2-8ED37E233552}" type="datetimeFigureOut">
              <a:rPr lang="de-AT" smtClean="0"/>
              <a:t>23.06.2022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0CA8CCD-06F0-4614-974C-41816C28BAD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7129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Gau%C3%9Fsches_Eliminationsverfahren" TargetMode="External"/><Relationship Id="rId2" Type="http://schemas.openxmlformats.org/officeDocument/2006/relationships/hyperlink" Target="https://de.wikipedia.org/wiki/Lineares_Gleichungssyste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67F785-6A99-586A-873C-C16EE4033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Gaußsches Eliminationsverfahren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8261F04-E45E-8CB4-58FD-A1608C69E6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988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55672-D889-81E8-CB4E-D00BD1A1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  <a:br>
              <a:rPr lang="de-DE" dirty="0"/>
            </a:b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A41CC2-42BF-F9E1-C379-055C443FF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Gauß</a:t>
            </a:r>
          </a:p>
          <a:p>
            <a:r>
              <a:rPr lang="de-DE" dirty="0"/>
              <a:t>Gaußsches Eliminationsverfahren</a:t>
            </a:r>
          </a:p>
        </p:txBody>
      </p:sp>
    </p:spTree>
    <p:extLst>
      <p:ext uri="{BB962C8B-B14F-4D97-AF65-F5344CB8AC3E}">
        <p14:creationId xmlns:p14="http://schemas.microsoft.com/office/powerpoint/2010/main" val="246969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42A6D-83AF-44AC-E4AA-CF5A7097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Gauß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B0B531-58F3-21F2-1DA9-EDE3895EE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Carl Friedrich Gauß</a:t>
            </a:r>
            <a:endParaRPr lang="de-AT" dirty="0"/>
          </a:p>
          <a:p>
            <a:r>
              <a:rPr lang="de-AT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* 30. April 1777</a:t>
            </a:r>
          </a:p>
          <a:p>
            <a:r>
              <a:rPr lang="de-AT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† </a:t>
            </a:r>
            <a:r>
              <a:rPr lang="de-AT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23. Februar 1855</a:t>
            </a:r>
          </a:p>
          <a:p>
            <a:r>
              <a:rPr lang="de-AT" dirty="0">
                <a:solidFill>
                  <a:srgbClr val="202124"/>
                </a:solidFill>
                <a:latin typeface="arial" panose="020B0604020202020204" pitchFamily="34" charset="0"/>
              </a:rPr>
              <a:t>größte Leistung </a:t>
            </a:r>
            <a:r>
              <a:rPr lang="de-DE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systematische Lösung umfangreicher </a:t>
            </a:r>
            <a:r>
              <a:rPr lang="de-DE" b="0" i="0" u="none" strike="noStrike" dirty="0">
                <a:solidFill>
                  <a:srgbClr val="339933"/>
                </a:solidFill>
                <a:effectLst/>
                <a:latin typeface="Arial" panose="020B0604020202020204" pitchFamily="34" charset="0"/>
                <a:hlinkClick r:id="rId2" tooltip="Lineares Gleichungs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linearer Gleichungssysteme</a:t>
            </a:r>
            <a:r>
              <a:rPr lang="de-DE" b="0" i="0" dirty="0">
                <a:solidFill>
                  <a:srgbClr val="339933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de-DE" b="0" i="0" u="none" strike="noStrike" dirty="0" err="1">
                <a:solidFill>
                  <a:srgbClr val="339933"/>
                </a:solidFill>
                <a:effectLst/>
                <a:latin typeface="Arial" panose="020B0604020202020204" pitchFamily="34" charset="0"/>
                <a:hlinkClick r:id="rId3" tooltip="Gaußsches Eliminationsverfahr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gaußsches</a:t>
            </a:r>
            <a:r>
              <a:rPr lang="de-DE" b="0" i="0" u="none" strike="noStrike" dirty="0">
                <a:solidFill>
                  <a:srgbClr val="339933"/>
                </a:solidFill>
                <a:effectLst/>
                <a:latin typeface="Arial" panose="020B0604020202020204" pitchFamily="34" charset="0"/>
                <a:hlinkClick r:id="rId3" tooltip="Gaußsches Eliminationsverfahr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Eliminationsverfahren</a:t>
            </a:r>
            <a:r>
              <a:rPr lang="de-DE" dirty="0">
                <a:solidFill>
                  <a:srgbClr val="339933"/>
                </a:solidFill>
                <a:latin typeface="Arial" panose="020B0604020202020204" pitchFamily="34" charset="0"/>
              </a:rPr>
              <a:t>, </a:t>
            </a:r>
            <a:r>
              <a:rPr lang="de-DE" dirty="0" err="1">
                <a:solidFill>
                  <a:srgbClr val="339933"/>
                </a:solidFill>
                <a:latin typeface="Arial" panose="020B0604020202020204" pitchFamily="34" charset="0"/>
              </a:rPr>
              <a:t>gaußsches</a:t>
            </a:r>
            <a:r>
              <a:rPr lang="de-DE" dirty="0">
                <a:solidFill>
                  <a:srgbClr val="339933"/>
                </a:solidFill>
                <a:latin typeface="Arial" panose="020B0604020202020204" pitchFamily="34" charset="0"/>
              </a:rPr>
              <a:t> Additionsverfahren)</a:t>
            </a:r>
            <a:endParaRPr lang="de-AT" dirty="0">
              <a:solidFill>
                <a:srgbClr val="33993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524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07D6D-8F0D-73B1-F745-B925AF4F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Gaußsches Eliminationsverfahren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358E29-BC66-9C6D-021C-80B3ED011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effectLst/>
              </a:rPr>
              <a:t>Lösung linearer Gleichungssysteme</a:t>
            </a:r>
          </a:p>
          <a:p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Matrixform </a:t>
            </a:r>
          </a:p>
          <a:p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Zeilenumformung </a:t>
            </a:r>
            <a:r>
              <a:rPr lang="de-AT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</a:t>
            </a:r>
            <a:r>
              <a:rPr lang="de-AT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Hauptdiagonalen zu 0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74167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09E66-4BBB-FACD-229F-4CE9F946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Gaußsches Eliminationsverfahren Schritt </a:t>
            </a:r>
            <a:r>
              <a:rPr lang="de-DE"/>
              <a:t>für Schritt I	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BC9A5-4DFB-EE9E-CFD2-816A3381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826042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Rot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TM02900688[[fn=Facette]]</Template>
  <TotalTime>0</TotalTime>
  <Words>53</Words>
  <Application>Microsoft Office PowerPoint</Application>
  <PresentationFormat>Breitbild</PresentationFormat>
  <Paragraphs>14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arial</vt:lpstr>
      <vt:lpstr>Calibri</vt:lpstr>
      <vt:lpstr>Trebuchet MS</vt:lpstr>
      <vt:lpstr>Wingdings 3</vt:lpstr>
      <vt:lpstr>Facette</vt:lpstr>
      <vt:lpstr>Gaußsches Eliminationsverfahren</vt:lpstr>
      <vt:lpstr>Agenda </vt:lpstr>
      <vt:lpstr>Gauß</vt:lpstr>
      <vt:lpstr>Gaußsches Eliminationsverfahren</vt:lpstr>
      <vt:lpstr>Gaußsches Eliminationsverfahren Schritt für Schritt 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Gaußsches Eliminationsverfahren</dc:title>
  <dc:creator>Elias Ortner</dc:creator>
  <cp:lastModifiedBy>Elias Ortner</cp:lastModifiedBy>
  <cp:revision>1</cp:revision>
  <dcterms:created xsi:type="dcterms:W3CDTF">2022-06-23T17:11:15Z</dcterms:created>
  <dcterms:modified xsi:type="dcterms:W3CDTF">2022-06-23T20:55:11Z</dcterms:modified>
</cp:coreProperties>
</file>
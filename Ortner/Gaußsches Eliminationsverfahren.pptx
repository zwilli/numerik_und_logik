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4"/>
  </p:sldMasterIdLst>
  <p:sldIdLst>
    <p:sldId id="256" r:id="rId5"/>
    <p:sldId id="257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26" y="4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F9204-3F29-4C3A-BA41-3063400202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3393CD-7262-4AC7-80E6-52FE6F3F39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000"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430AE-0210-4E82-AD7B-41B112DE7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alpha val="60000"/>
                  </a:schemeClr>
                </a:solidFill>
                <a:latin typeface="+mn-lt"/>
              </a:defRPr>
            </a:lvl1pPr>
          </a:lstStyle>
          <a:p>
            <a:fld id="{11A6662E-FAF4-44BC-88B5-85A7CBFB6D30}" type="datetime1">
              <a:rPr lang="en-US" smtClean="0"/>
              <a:pPr/>
              <a:t>5/25/2022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21974-7DEC-459D-9642-CB5B59C82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alpha val="60000"/>
                  </a:schemeClr>
                </a:solidFill>
                <a:latin typeface="+mn-lt"/>
              </a:defRPr>
            </a:lvl1pPr>
          </a:lstStyle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731837-C94E-4B5B-BCF0-110C69EDB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alpha val="60000"/>
                  </a:schemeClr>
                </a:solidFill>
                <a:latin typeface="+mn-lt"/>
              </a:defRPr>
            </a:lvl1pPr>
          </a:lstStyle>
          <a:p>
            <a:fld id="{73B850FF-6169-4056-8077-06FFA93A5366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362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CC1FC-ADE8-488C-A1DA-2FD569FD4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694" y="365760"/>
            <a:ext cx="10895106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02842-38C3-46D6-8527-0F6FE623C5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864CF5-F681-40C2-88CC-E02206C9C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5/25/2022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C04753-4FE4-4A6F-99BB-CFFC92E0C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A569D1-DB13-4BD9-8BA9-0DEAD98F8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81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20B05-7BF6-4073-9106-FA19E9727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8EE8D7-6B58-4A3F-9DD5-E563D5192A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02990E-9F0A-446A-B5B8-459CA8D98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417D9E-721A-44BB-8863-9873FE64DA75}" type="datetime1">
              <a:rPr lang="en-US" smtClean="0"/>
              <a:t>5/25/2022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E68EAA-4377-45FF-9D7C-9E77BC9F2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07FA71-74C3-44B8-A0AC-E18A1E76B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5897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71F12-2D88-4F76-AF46-BD5156C12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694" y="365760"/>
            <a:ext cx="10895106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1AA46-E3EB-4704-B019-F90F1E6177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8695" y="1825625"/>
            <a:ext cx="5561106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17480F-A530-4D05-9A22-E573FB4BA6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561105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B56FDA-C47A-4F4A-A364-BA60A25AB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5/25/2022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26D8DD-6D84-44D4-8A1B-57615B3ED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C8FE31-B577-4017-8AFE-A8BA09596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026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C28C9-B8CC-413F-9FFA-626680E4A8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694" y="365125"/>
            <a:ext cx="1127461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53FE72-9D42-45F5-A37F-B12130388A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5256" y="1752600"/>
            <a:ext cx="5532319" cy="82391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E3A31D-9B5F-4DE3-B18D-F7F77782EB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5256" y="2666999"/>
            <a:ext cx="5532319" cy="35226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BE1D2D-822C-466C-A7B9-1A2D97366A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752600"/>
            <a:ext cx="5561106" cy="82391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F13B2C-44CA-49C4-BC84-02AF1638F3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66999"/>
            <a:ext cx="5561106" cy="35226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93CB55-E9C1-4CE6-9B61-81B71475B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5/25/2022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F22318-747B-4EC9-862C-D9FD488CC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FBDDDF-16BD-438D-937D-0E3E30E74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7196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92D5F-0BD4-4517-9233-E08AF405B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694" y="365760"/>
            <a:ext cx="1127461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3523B8-51E3-48B8-BFD8-CE95061980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8693" y="6416675"/>
            <a:ext cx="2921715" cy="365125"/>
          </a:xfrm>
        </p:spPr>
        <p:txBody>
          <a:bodyPr/>
          <a:lstStyle/>
          <a:p>
            <a:fld id="{3AB41CFF-90C9-47B3-9DA1-F2BF8D839F7E}" type="datetime1">
              <a:rPr lang="en-US" smtClean="0"/>
              <a:t>5/25/2022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739B90-5D50-4424-B51D-53C391621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6F9286-3A00-4D3C-A3F0-50AC9045C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899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933BE2-665A-42DA-A3B7-835F81A3F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5/25/2022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4DBCBD-AD42-432D-ABA9-20D616AF3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140251-3596-4673-B24B-59A6F9ED8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861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A81A1-6D8E-4DD6-8E49-DABDE6D10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3F18F-F78D-4A31-A6BC-6552105BCF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82C2F4-BDF4-4A4F-AA3D-52692932C2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13850F-5C87-4F08-9658-EAF049B60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5/25/2022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0BCE9A-A746-4439-B5D3-966FBC8E5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1D3B51-AA2E-4AA1-8062-A0D476D80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510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02CF7-F453-4B3E-9510-D74797987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E2A1B9-8A2A-4B49-8B79-76D3EEB36B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9FEA03-0EC4-4085-AE63-4AA492D61A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05AD5B-0DEA-4C6F-94D2-FAA99F2E5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5/25/2022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DC6744-7CBA-4A1D-8F87-10699F981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AD9048-35FF-4BE9-8157-BE4BAA1C7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502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ABDD2-E186-4F25-8FDE-D1E875E9C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18CC5B-A7E0-48B1-8329-6533AC76E7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905B1B-77FE-4BFC-BF87-87DA989F0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5/25/2022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18531E-1B90-4631-BD37-4BB1DBFAB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A55E8-88DC-4280-8E04-FF50FF8ED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609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60633D-90E4-4F5A-9EBF-DDEC2B0B47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DD3065-FA3D-42C8-BFDA-967C87F4F2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DC126F-38E2-4425-861F-98ED43228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5/25/2022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9645D8-F22A-4354-A8B3-96E8A2D23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9E2295-A616-4D57-8800-7B7E213A8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3344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BABF38A-8A0D-492E-BD20-6CF4D46B5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4"/>
          </a:xfrm>
          <a:prstGeom prst="rect">
            <a:avLst/>
          </a:prstGeom>
          <a:solidFill>
            <a:schemeClr val="bg2">
              <a:lumMod val="9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984D45-0ED3-4D03-8E44-5E355C913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694" y="425450"/>
            <a:ext cx="1127461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687D6E-D1E9-489C-9AA9-3575C39BAA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8694" y="1949450"/>
            <a:ext cx="11274612" cy="41957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64E9C-08EE-4B1B-B3FC-D6D997F4EA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8694" y="64166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alpha val="60000"/>
                  </a:schemeClr>
                </a:solidFill>
                <a:latin typeface="+mn-lt"/>
              </a:defRPr>
            </a:lvl1pPr>
          </a:lstStyle>
          <a:p>
            <a:fld id="{57E0CF6C-748E-4B7A-BC8B-3011EF78ED13}" type="datetime1">
              <a:rPr lang="en-US" smtClean="0"/>
              <a:pPr/>
              <a:t>5/25/2022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B0A1F1-38FE-4C27-81E6-A43A54793F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166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alpha val="60000"/>
                  </a:schemeClr>
                </a:solidFill>
                <a:latin typeface="+mn-lt"/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26B39A-FFD8-42EF-ADC7-7DB3B302F8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90106" y="64166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alpha val="60000"/>
                  </a:schemeClr>
                </a:solidFill>
                <a:latin typeface="+mn-lt"/>
              </a:defRPr>
            </a:lvl1pPr>
          </a:lstStyle>
          <a:p>
            <a:fld id="{73B850FF-6169-4056-8077-06FFA93A5366}" type="slidenum">
              <a:rPr lang="en-US" smtClean="0"/>
              <a:pPr/>
              <a:t>‹Nr.›</a:t>
            </a:fld>
            <a:endParaRPr lang="en-US" dirty="0"/>
          </a:p>
        </p:txBody>
      </p:sp>
      <p:pic>
        <p:nvPicPr>
          <p:cNvPr id="14" name="Picture 13" descr="A picture containing sitting&#10;&#10;Description automatically generated">
            <a:extLst>
              <a:ext uri="{FF2B5EF4-FFF2-40B4-BE49-F238E27FC236}">
                <a16:creationId xmlns:a16="http://schemas.microsoft.com/office/drawing/2014/main" id="{BC526B7A-4801-4FD1-95C8-03AF22629E87}"/>
              </a:ext>
            </a:extLst>
          </p:cNvPr>
          <p:cNvPicPr>
            <a:picLocks noChangeAspect="1"/>
          </p:cNvPicPr>
          <p:nvPr/>
        </p:nvPicPr>
        <p:blipFill>
          <a:blip r:embed="rId13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0"/>
            <a:ext cx="3654612" cy="4575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08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6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accent1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E644DE9-8D09-43E2-BA69-F57482CFC9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23C919-B32E-40FF-B3D8-631316E84E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B8793B-C787-E152-3FA8-78C34A9C963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60000"/>
          </a:blip>
          <a:srcRect t="8360" b="12984"/>
          <a:stretch/>
        </p:blipFill>
        <p:spPr>
          <a:xfrm>
            <a:off x="20" y="10"/>
            <a:ext cx="12191980" cy="685661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98EF051-F7EC-C15F-D4C9-AC733E1E81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740211"/>
            <a:ext cx="7530685" cy="3163864"/>
          </a:xfrm>
        </p:spPr>
        <p:txBody>
          <a:bodyPr>
            <a:normAutofit/>
          </a:bodyPr>
          <a:lstStyle/>
          <a:p>
            <a:pPr algn="l"/>
            <a:r>
              <a:rPr lang="de-DE" sz="5200">
                <a:solidFill>
                  <a:srgbClr val="FFFFFF"/>
                </a:solidFill>
              </a:rPr>
              <a:t>Gaußsches Eliminationsverfahren</a:t>
            </a:r>
            <a:endParaRPr lang="de-AT" sz="5200">
              <a:solidFill>
                <a:srgbClr val="FFFFFF"/>
              </a:solidFill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E221DAD-67EA-BACA-6275-0D42B38242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4074515"/>
            <a:ext cx="7583133" cy="1279124"/>
          </a:xfrm>
        </p:spPr>
        <p:txBody>
          <a:bodyPr>
            <a:normAutofit/>
          </a:bodyPr>
          <a:lstStyle/>
          <a:p>
            <a:pPr algn="l"/>
            <a:endParaRPr lang="de-AT" sz="22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46656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7F33B4-6D64-353B-558E-EF15200C6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EF1B091-C3C8-9292-50A7-3328E13F9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497571979"/>
      </p:ext>
    </p:extLst>
  </p:cSld>
  <p:clrMapOvr>
    <a:masterClrMapping/>
  </p:clrMapOvr>
</p:sld>
</file>

<file path=ppt/theme/theme1.xml><?xml version="1.0" encoding="utf-8"?>
<a:theme xmlns:a="http://schemas.openxmlformats.org/drawingml/2006/main" name="DappledVTI">
  <a:themeElements>
    <a:clrScheme name="AnalogousFromLightSeedRightStep">
      <a:dk1>
        <a:srgbClr val="000000"/>
      </a:dk1>
      <a:lt1>
        <a:srgbClr val="FFFFFF"/>
      </a:lt1>
      <a:dk2>
        <a:srgbClr val="412524"/>
      </a:dk2>
      <a:lt2>
        <a:srgbClr val="E2E8E8"/>
      </a:lt2>
      <a:accent1>
        <a:srgbClr val="C69896"/>
      </a:accent1>
      <a:accent2>
        <a:srgbClr val="BA9A7F"/>
      </a:accent2>
      <a:accent3>
        <a:srgbClr val="AAA480"/>
      </a:accent3>
      <a:accent4>
        <a:srgbClr val="9AAA74"/>
      </a:accent4>
      <a:accent5>
        <a:srgbClr val="8FAC82"/>
      </a:accent5>
      <a:accent6>
        <a:srgbClr val="78B07E"/>
      </a:accent6>
      <a:hlink>
        <a:srgbClr val="568D8F"/>
      </a:hlink>
      <a:folHlink>
        <a:srgbClr val="7F7F7F"/>
      </a:folHlink>
    </a:clrScheme>
    <a:fontScheme name="Custom 67">
      <a:majorFont>
        <a:latin typeface="Sabon Next LT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ppledVTI" id="{204FEFAB-F02B-4FE8-B509-C50A618B972D}" vid="{7EAEADA8-5A8E-45B2-B0E4-448EC7E7A94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11ADADC6B883E44EAB7A9AF95EBDAB48" ma:contentTypeVersion="13" ma:contentTypeDescription="Ein neues Dokument erstellen." ma:contentTypeScope="" ma:versionID="1c347c1553ee585ca3059d8c0034806c">
  <xsd:schema xmlns:xsd="http://www.w3.org/2001/XMLSchema" xmlns:xs="http://www.w3.org/2001/XMLSchema" xmlns:p="http://schemas.microsoft.com/office/2006/metadata/properties" xmlns:ns3="485ab58b-2c63-4c4b-bfe7-17c11a2b4efb" xmlns:ns4="a3a9b98c-9058-4698-9526-ab28912a3877" targetNamespace="http://schemas.microsoft.com/office/2006/metadata/properties" ma:root="true" ma:fieldsID="b5050cc0bd39e911d3178e2b163e1022" ns3:_="" ns4:_="">
    <xsd:import namespace="485ab58b-2c63-4c4b-bfe7-17c11a2b4efb"/>
    <xsd:import namespace="a3a9b98c-9058-4698-9526-ab28912a3877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LengthInSeconds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5ab58b-2c63-4c4b-bfe7-17c11a2b4ef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3a9b98c-9058-4698-9526-ab28912a3877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Freigabehinweis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A68DBD86-FB86-4623-AFD8-2A545A9FB77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5ab58b-2c63-4c4b-bfe7-17c11a2b4efb"/>
    <ds:schemaRef ds:uri="a3a9b98c-9058-4698-9526-ab28912a387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4554C2C-8DF5-482C-BF28-4C588D9226A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1BC9530-EB67-4E50-AF03-8129BB908AA5}">
  <ds:schemaRefs>
    <ds:schemaRef ds:uri="http://www.w3.org/XML/1998/namespace"/>
    <ds:schemaRef ds:uri="http://purl.org/dc/terms/"/>
    <ds:schemaRef ds:uri="http://schemas.openxmlformats.org/package/2006/metadata/core-properties"/>
    <ds:schemaRef ds:uri="http://schemas.microsoft.com/office/2006/metadata/properties"/>
    <ds:schemaRef ds:uri="485ab58b-2c63-4c4b-bfe7-17c11a2b4efb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a3a9b98c-9058-4698-9526-ab28912a3877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Breitbild</PresentationFormat>
  <Paragraphs>1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7" baseType="lpstr">
      <vt:lpstr>Arial</vt:lpstr>
      <vt:lpstr>Avenir Next LT Pro</vt:lpstr>
      <vt:lpstr>AvenirNext LT Pro Medium</vt:lpstr>
      <vt:lpstr>Sabon Next LT</vt:lpstr>
      <vt:lpstr>DappledVTI</vt:lpstr>
      <vt:lpstr>Gaußsches Eliminationsverfahren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Gaußsches Eliminationsverfahren</dc:title>
  <dc:creator>Elias Ortner</dc:creator>
  <cp:lastModifiedBy>Elias Ortner</cp:lastModifiedBy>
  <cp:revision>1</cp:revision>
  <dcterms:created xsi:type="dcterms:W3CDTF">2022-05-25T12:32:33Z</dcterms:created>
  <dcterms:modified xsi:type="dcterms:W3CDTF">2022-05-25T12:33:07Z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0x01010011ADADC6B883E44EAB7A9AF95EBDAB48</vt:lpwstr>
  </property>
</Properties>
</file>
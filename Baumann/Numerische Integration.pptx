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handoutMasterIdLst>
    <p:handoutMasterId r:id="rId8"/>
  </p:handout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62" autoAdjust="0"/>
    <p:restoredTop sz="94660"/>
  </p:normalViewPr>
  <p:slideViewPr>
    <p:cSldViewPr snapToGrid="0">
      <p:cViewPr varScale="1">
        <p:scale>
          <a:sx n="39" d="100"/>
          <a:sy n="39" d="100"/>
        </p:scale>
        <p:origin x="56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756" y="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3988F7-110E-44AE-8EFE-FDE47E150287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DD0C1-4FF0-4FDB-83AE-78C3EC98D49E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22113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060E35-5747-48D4-B279-EC14F02A389C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4701D34-E0AD-4C75-815E-C9D0D08E1B1A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17092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/>
          <a:lstStyle/>
          <a:p>
            <a:fld id="{2BBC8FBA-B7EA-4EA2-85DB-D293291689EE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</p:spPr>
        <p:txBody>
          <a:bodyPr/>
          <a:lstStyle/>
          <a:p>
            <a:fld id="{4DC87B05-DFE4-4731-9EC5-21B2CC84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852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3199" y="151892"/>
            <a:ext cx="11785602" cy="1188720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3199" y="1509486"/>
            <a:ext cx="11814629" cy="4963885"/>
          </a:xfrm>
        </p:spPr>
        <p:txBody>
          <a:bodyPr/>
          <a:lstStyle/>
          <a:p>
            <a:pPr lvl="0"/>
            <a:r>
              <a:rPr lang="de-DE" dirty="0" smtClean="0"/>
              <a:t>Formatvorlagen des Textmasters bearbeiten</a:t>
            </a:r>
          </a:p>
          <a:p>
            <a:pPr lvl="1"/>
            <a:r>
              <a:rPr lang="de-DE" dirty="0" smtClean="0"/>
              <a:t>Zweite Ebene</a:t>
            </a:r>
          </a:p>
          <a:p>
            <a:pPr lvl="2"/>
            <a:r>
              <a:rPr lang="de-DE" dirty="0" smtClean="0"/>
              <a:t>Dritte Ebene</a:t>
            </a:r>
          </a:p>
          <a:p>
            <a:pPr lvl="3"/>
            <a:r>
              <a:rPr lang="de-DE" dirty="0" smtClean="0"/>
              <a:t>Vierte Ebene</a:t>
            </a:r>
          </a:p>
          <a:p>
            <a:pPr lvl="4"/>
            <a:r>
              <a:rPr lang="de-DE" dirty="0" smtClean="0"/>
              <a:t>Fünfte Ebene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130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/>
          <a:lstStyle/>
          <a:p>
            <a:fld id="{2BBC8FBA-B7EA-4EA2-85DB-D293291689EE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</p:spPr>
        <p:txBody>
          <a:bodyPr/>
          <a:lstStyle/>
          <a:p>
            <a:fld id="{4DC87B05-DFE4-4731-9EC5-21B2CC84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2099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/>
          <a:lstStyle/>
          <a:p>
            <a:fld id="{2BBC8FBA-B7EA-4EA2-85DB-D293291689EE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</p:spPr>
        <p:txBody>
          <a:bodyPr/>
          <a:lstStyle/>
          <a:p>
            <a:fld id="{4DC87B05-DFE4-4731-9EC5-21B2CC84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1535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/>
          <a:lstStyle/>
          <a:p>
            <a:fld id="{2BBC8FBA-B7EA-4EA2-85DB-D293291689EE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</p:spPr>
        <p:txBody>
          <a:bodyPr/>
          <a:lstStyle/>
          <a:p>
            <a:fld id="{4DC87B05-DFE4-4731-9EC5-21B2CC84E13B}" type="slidenum">
              <a:rPr lang="en-US" smtClean="0"/>
              <a:t>‹Nr.›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03427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/>
          <a:lstStyle/>
          <a:p>
            <a:fld id="{2BBC8FBA-B7EA-4EA2-85DB-D293291689EE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</p:spPr>
        <p:txBody>
          <a:bodyPr/>
          <a:lstStyle/>
          <a:p>
            <a:fld id="{4DC87B05-DFE4-4731-9EC5-21B2CC84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195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/>
          <a:lstStyle/>
          <a:p>
            <a:fld id="{2BBC8FBA-B7EA-4EA2-85DB-D293291689EE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</p:spPr>
        <p:txBody>
          <a:bodyPr/>
          <a:lstStyle/>
          <a:p>
            <a:fld id="{4DC87B05-DFE4-4731-9EC5-21B2CC84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76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/>
          <a:lstStyle/>
          <a:p>
            <a:fld id="{2BBC8FBA-B7EA-4EA2-85DB-D293291689EE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</p:spPr>
        <p:txBody>
          <a:bodyPr/>
          <a:lstStyle/>
          <a:p>
            <a:fld id="{4DC87B05-DFE4-4731-9EC5-21B2CC84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3305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2BBC8FBA-B7EA-4EA2-85DB-D293291689EE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</p:spPr>
        <p:txBody>
          <a:bodyPr/>
          <a:lstStyle/>
          <a:p>
            <a:fld id="{4DC87B05-DFE4-4731-9EC5-21B2CC84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0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/>
          <a:lstStyle/>
          <a:p>
            <a:fld id="{2BBC8FBA-B7EA-4EA2-85DB-D293291689EE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</p:spPr>
        <p:txBody>
          <a:bodyPr/>
          <a:lstStyle/>
          <a:p>
            <a:fld id="{4DC87B05-DFE4-4731-9EC5-21B2CC84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39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/>
          <a:lstStyle/>
          <a:p>
            <a:fld id="{2BBC8FBA-B7EA-4EA2-85DB-D293291689EE}" type="datetimeFigureOut">
              <a:rPr lang="en-US" smtClean="0"/>
              <a:t>6/8/2022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</p:spPr>
        <p:txBody>
          <a:bodyPr/>
          <a:lstStyle/>
          <a:p>
            <a:fld id="{4DC87B05-DFE4-4731-9EC5-21B2CC84E13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832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2093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sz="4400" cap="none" dirty="0" smtClean="0"/>
              <a:t>Numerische Integration</a:t>
            </a:r>
            <a:endParaRPr lang="en-US" sz="4400" cap="non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6367308" y="4032664"/>
            <a:ext cx="6801612" cy="1239894"/>
          </a:xfrm>
        </p:spPr>
        <p:txBody>
          <a:bodyPr/>
          <a:lstStyle/>
          <a:p>
            <a:r>
              <a:rPr lang="de-DE" dirty="0" smtClean="0"/>
              <a:t>David Baumann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10487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cap="none" dirty="0" smtClean="0"/>
              <a:t>Was ist eine Numerische Integration</a:t>
            </a:r>
            <a:r>
              <a:rPr lang="de-DE" sz="3600" dirty="0" smtClean="0">
                <a:latin typeface="Bahnschrift" panose="020B0502040204020203" pitchFamily="34" charset="0"/>
              </a:rPr>
              <a:t>?</a:t>
            </a:r>
            <a:endParaRPr lang="en-US" sz="3600" dirty="0">
              <a:latin typeface="Bahnschrift" panose="020B0502040204020203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400" dirty="0" smtClean="0"/>
              <a:t>Eine Numerische Integration wird genutzt um den Inhalt eines Integrals einer positiven Funktion zu beschreiben</a:t>
            </a:r>
          </a:p>
          <a:p>
            <a:endParaRPr lang="de-DE" sz="2400" dirty="0"/>
          </a:p>
          <a:p>
            <a:r>
              <a:rPr lang="de-DE" sz="2400" dirty="0" smtClean="0"/>
              <a:t>Wird nur eingesetzt wenn elementare Funktionen wie Polynome und Logarithmen nicht benutzt werden können</a:t>
            </a:r>
          </a:p>
          <a:p>
            <a:endParaRPr lang="de-DE" sz="2400" dirty="0"/>
          </a:p>
          <a:p>
            <a:r>
              <a:rPr lang="de-DE" sz="2400" dirty="0" smtClean="0"/>
              <a:t>Integral wird zwischen Stützstellen aufgeteilt, wobei alle den gleichen Abstand haben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31715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cap="none" dirty="0"/>
              <a:t>Was ist eine Numerische Integration</a:t>
            </a:r>
            <a:r>
              <a:rPr lang="de-DE" sz="3600" dirty="0">
                <a:latin typeface="Bahnschrift" panose="020B0502040204020203" pitchFamily="34" charset="0"/>
              </a:rPr>
              <a:t>?</a:t>
            </a:r>
            <a:endParaRPr lang="en-US" sz="3600" dirty="0"/>
          </a:p>
        </p:txBody>
      </p:sp>
      <p:pic>
        <p:nvPicPr>
          <p:cNvPr id="8" name="Inhaltsplatzhalt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8710" y="1509713"/>
            <a:ext cx="6823155" cy="4964112"/>
          </a:xfrm>
        </p:spPr>
      </p:pic>
    </p:spTree>
    <p:extLst>
      <p:ext uri="{BB962C8B-B14F-4D97-AF65-F5344CB8AC3E}">
        <p14:creationId xmlns:p14="http://schemas.microsoft.com/office/powerpoint/2010/main" val="22972578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cap="none" dirty="0" smtClean="0"/>
              <a:t>Berechnungsverfahren</a:t>
            </a:r>
            <a:endParaRPr lang="en-US" sz="3600" cap="non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sz="2800" dirty="0" smtClean="0"/>
              <a:t>2 Berechnungsmöglichkeiten:</a:t>
            </a:r>
          </a:p>
          <a:p>
            <a:pPr lvl="1"/>
            <a:r>
              <a:rPr lang="de-DE" sz="2400" dirty="0" smtClean="0"/>
              <a:t>Grafische Verfahren</a:t>
            </a:r>
          </a:p>
          <a:p>
            <a:pPr lvl="2"/>
            <a:r>
              <a:rPr lang="de-DE" sz="2400" dirty="0" smtClean="0"/>
              <a:t>Zählverfahren: Grafen auf Millimeterpapier zeichnen, Kästchen im Integral zusammenzählen</a:t>
            </a:r>
          </a:p>
          <a:p>
            <a:pPr lvl="2"/>
            <a:r>
              <a:rPr lang="de-DE" sz="2400" dirty="0" smtClean="0"/>
              <a:t>Messung: Berechnung mit einem Planimeter</a:t>
            </a:r>
          </a:p>
          <a:p>
            <a:pPr marL="457200" lvl="2" indent="0">
              <a:buNone/>
            </a:pPr>
            <a:endParaRPr lang="de-DE" sz="2400" dirty="0" smtClean="0"/>
          </a:p>
          <a:p>
            <a:pPr lvl="1"/>
            <a:r>
              <a:rPr lang="de-DE" sz="2400" dirty="0" smtClean="0"/>
              <a:t>Berechnung mit Quadraturformel</a:t>
            </a:r>
            <a:endParaRPr lang="en-US" sz="240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3316" y="3129155"/>
            <a:ext cx="4484912" cy="3344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079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sz="3600" cap="none" dirty="0" smtClean="0"/>
              <a:t>Quadraturformel</a:t>
            </a:r>
            <a:endParaRPr lang="en-US" sz="3600" cap="none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54370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TM10001115[[fn=Paket]]</Template>
  <TotalTime>0</TotalTime>
  <Words>84</Words>
  <Application>Microsoft Office PowerPoint</Application>
  <PresentationFormat>Breitbild</PresentationFormat>
  <Paragraphs>17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Arial</vt:lpstr>
      <vt:lpstr>Bahnschrift</vt:lpstr>
      <vt:lpstr>Calibri</vt:lpstr>
      <vt:lpstr>Gill Sans MT</vt:lpstr>
      <vt:lpstr>Parcel</vt:lpstr>
      <vt:lpstr>Numerische Integration</vt:lpstr>
      <vt:lpstr>Was ist eine Numerische Integration?</vt:lpstr>
      <vt:lpstr>Was ist eine Numerische Integration?</vt:lpstr>
      <vt:lpstr>Berechnungsverfahren</vt:lpstr>
      <vt:lpstr>Quadraturformel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David Baumann</dc:creator>
  <cp:lastModifiedBy>David Baumann</cp:lastModifiedBy>
  <cp:revision>15</cp:revision>
  <dcterms:created xsi:type="dcterms:W3CDTF">2022-05-25T12:37:23Z</dcterms:created>
  <dcterms:modified xsi:type="dcterms:W3CDTF">2022-06-08T13:45:14Z</dcterms:modified>
</cp:coreProperties>
</file>